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ess Start 2P" charset="1" panose="00000500000000000000"/>
      <p:regular r:id="rId18"/>
    </p:embeddedFont>
    <p:embeddedFont>
      <p:font typeface="Open Sans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gif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11.gif" Type="http://schemas.openxmlformats.org/officeDocument/2006/relationships/image"/><Relationship Id="rId13" Target="../media/image12.gif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gif" Type="http://schemas.openxmlformats.org/officeDocument/2006/relationships/image"/><Relationship Id="rId11" Target="../media/image16.png" Type="http://schemas.openxmlformats.org/officeDocument/2006/relationships/image"/><Relationship Id="rId2" Target="../media/image1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gif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gif" Type="http://schemas.openxmlformats.org/officeDocument/2006/relationships/image"/><Relationship Id="rId11" Target="../media/image19.gif" Type="http://schemas.openxmlformats.org/officeDocument/2006/relationships/image"/><Relationship Id="rId12" Target="../media/image11.gif" Type="http://schemas.openxmlformats.org/officeDocument/2006/relationships/image"/><Relationship Id="rId13" Target="../media/image24.gif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15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CVOGgtQY.mp4" Type="http://schemas.microsoft.com/office/2007/relationships/media"/><Relationship Id="rId11" Target="../media/image29.gif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8.jpeg" Type="http://schemas.openxmlformats.org/officeDocument/2006/relationships/image"/><Relationship Id="rId9" Target="../media/VAHCVOGgtQY.mp4" Type="http://schemas.openxmlformats.org/officeDocument/2006/relationships/video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CVKWqrjg.mp4" Type="http://schemas.microsoft.com/office/2007/relationships/media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0.jpeg" Type="http://schemas.openxmlformats.org/officeDocument/2006/relationships/image"/><Relationship Id="rId9" Target="../media/VAHCVKWqrjg.mp4" Type="http://schemas.openxmlformats.org/officeDocument/2006/relationships/video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1.jpeg" Type="http://schemas.openxmlformats.org/officeDocument/2006/relationships/image"/><Relationship Id="rId9" Target="../media/image32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3.png" Type="http://schemas.openxmlformats.org/officeDocument/2006/relationships/image"/><Relationship Id="rId9" Target="../media/image34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35.gif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3225" y="1007875"/>
            <a:ext cx="16981551" cy="438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0"/>
              </a:lnSpc>
              <a:spcBef>
                <a:spcPct val="0"/>
              </a:spcBef>
            </a:pPr>
            <a:r>
              <a:rPr lang="en-US" sz="256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TONYC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570600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0" y="0"/>
                </a:moveTo>
                <a:lnTo>
                  <a:pt x="1863345" y="0"/>
                </a:lnTo>
                <a:lnTo>
                  <a:pt x="1863345" y="863915"/>
                </a:lnTo>
                <a:lnTo>
                  <a:pt x="0" y="86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2854055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1863345" y="0"/>
                </a:moveTo>
                <a:lnTo>
                  <a:pt x="0" y="0"/>
                </a:lnTo>
                <a:lnTo>
                  <a:pt x="0" y="863915"/>
                </a:lnTo>
                <a:lnTo>
                  <a:pt x="1863345" y="863915"/>
                </a:lnTo>
                <a:lnTo>
                  <a:pt x="18633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585" y="5829504"/>
            <a:ext cx="3368530" cy="3668696"/>
          </a:xfrm>
          <a:custGeom>
            <a:avLst/>
            <a:gdLst/>
            <a:ahLst/>
            <a:cxnLst/>
            <a:rect r="r" b="b" t="t" l="l"/>
            <a:pathLst>
              <a:path h="3668696" w="3368530">
                <a:moveTo>
                  <a:pt x="0" y="0"/>
                </a:moveTo>
                <a:lnTo>
                  <a:pt x="3368530" y="0"/>
                </a:lnTo>
                <a:lnTo>
                  <a:pt x="3368530" y="3668696"/>
                </a:lnTo>
                <a:lnTo>
                  <a:pt x="0" y="3668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755885" y="5829504"/>
            <a:ext cx="3368530" cy="3668696"/>
          </a:xfrm>
          <a:custGeom>
            <a:avLst/>
            <a:gdLst/>
            <a:ahLst/>
            <a:cxnLst/>
            <a:rect r="r" b="b" t="t" l="l"/>
            <a:pathLst>
              <a:path h="3668696" w="3368530">
                <a:moveTo>
                  <a:pt x="3368530" y="0"/>
                </a:moveTo>
                <a:lnTo>
                  <a:pt x="0" y="0"/>
                </a:lnTo>
                <a:lnTo>
                  <a:pt x="0" y="3668696"/>
                </a:lnTo>
                <a:lnTo>
                  <a:pt x="3368530" y="3668696"/>
                </a:lnTo>
                <a:lnTo>
                  <a:pt x="336853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07418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734472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0596" y="867805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0" y="0"/>
                </a:moveTo>
                <a:lnTo>
                  <a:pt x="3512396" y="0"/>
                </a:lnTo>
                <a:lnTo>
                  <a:pt x="3512396" y="625845"/>
                </a:lnTo>
                <a:lnTo>
                  <a:pt x="0" y="6258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3405008" y="867805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3512396" y="0"/>
                </a:moveTo>
                <a:lnTo>
                  <a:pt x="0" y="0"/>
                </a:lnTo>
                <a:lnTo>
                  <a:pt x="0" y="625845"/>
                </a:lnTo>
                <a:lnTo>
                  <a:pt x="3512396" y="625845"/>
                </a:lnTo>
                <a:lnTo>
                  <a:pt x="351239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3184757" y="7246237"/>
            <a:ext cx="1201941" cy="1477507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3901302" y="7246237"/>
            <a:ext cx="1201941" cy="1477507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5729016" y="5976872"/>
            <a:ext cx="6829968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INTEGRANTES: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DAVID OLIVA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LUIS MIGUEL LOPEZ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AARON GOMEZ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854055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1863345" y="0"/>
                </a:moveTo>
                <a:lnTo>
                  <a:pt x="0" y="0"/>
                </a:lnTo>
                <a:lnTo>
                  <a:pt x="0" y="863915"/>
                </a:lnTo>
                <a:lnTo>
                  <a:pt x="1863345" y="863915"/>
                </a:lnTo>
                <a:lnTo>
                  <a:pt x="18633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45" y="5829504"/>
            <a:ext cx="3368530" cy="3668696"/>
          </a:xfrm>
          <a:custGeom>
            <a:avLst/>
            <a:gdLst/>
            <a:ahLst/>
            <a:cxnLst/>
            <a:rect r="r" b="b" t="t" l="l"/>
            <a:pathLst>
              <a:path h="3668696" w="3368530">
                <a:moveTo>
                  <a:pt x="0" y="0"/>
                </a:moveTo>
                <a:lnTo>
                  <a:pt x="3368530" y="0"/>
                </a:lnTo>
                <a:lnTo>
                  <a:pt x="3368530" y="3668696"/>
                </a:lnTo>
                <a:lnTo>
                  <a:pt x="0" y="3668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908411" y="5829504"/>
            <a:ext cx="3368530" cy="3668696"/>
          </a:xfrm>
          <a:custGeom>
            <a:avLst/>
            <a:gdLst/>
            <a:ahLst/>
            <a:cxnLst/>
            <a:rect r="r" b="b" t="t" l="l"/>
            <a:pathLst>
              <a:path h="3668696" w="3368530">
                <a:moveTo>
                  <a:pt x="3368530" y="0"/>
                </a:moveTo>
                <a:lnTo>
                  <a:pt x="0" y="0"/>
                </a:lnTo>
                <a:lnTo>
                  <a:pt x="0" y="3668696"/>
                </a:lnTo>
                <a:lnTo>
                  <a:pt x="3368530" y="3668696"/>
                </a:lnTo>
                <a:lnTo>
                  <a:pt x="336853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70600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0" y="0"/>
                </a:moveTo>
                <a:lnTo>
                  <a:pt x="1863345" y="0"/>
                </a:lnTo>
                <a:lnTo>
                  <a:pt x="1863345" y="863915"/>
                </a:lnTo>
                <a:lnTo>
                  <a:pt x="0" y="86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27747" y="3103938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true" flipV="false" rot="0">
            <a:off x="15334540" y="3103938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0" y="0"/>
                </a:moveTo>
                <a:lnTo>
                  <a:pt x="0" y="0"/>
                </a:lnTo>
                <a:lnTo>
                  <a:pt x="0" y="671916"/>
                </a:lnTo>
                <a:lnTo>
                  <a:pt x="1924760" y="671916"/>
                </a:lnTo>
                <a:lnTo>
                  <a:pt x="192476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319906" y="4181740"/>
            <a:ext cx="1340442" cy="1647763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178934" y="876300"/>
            <a:ext cx="9930133" cy="13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79112" y="3355966"/>
            <a:ext cx="9497378" cy="279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455" indent="-431728" lvl="1">
              <a:lnSpc>
                <a:spcPts val="5599"/>
              </a:lnSpc>
              <a:buFont typeface="Arial"/>
              <a:buChar char="•"/>
            </a:pPr>
            <a:r>
              <a:rPr lang="en-US" sz="3999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CONCEPTUALIZACION</a:t>
            </a:r>
          </a:p>
          <a:p>
            <a:pPr algn="l" marL="863455" indent="-431728" lvl="1">
              <a:lnSpc>
                <a:spcPts val="5599"/>
              </a:lnSpc>
              <a:buFont typeface="Arial"/>
              <a:buChar char="•"/>
            </a:pPr>
            <a:r>
              <a:rPr lang="en-US" sz="3999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ARTE</a:t>
            </a:r>
          </a:p>
          <a:p>
            <a:pPr algn="l" marL="863455" indent="-431728" lvl="1">
              <a:lnSpc>
                <a:spcPts val="5599"/>
              </a:lnSpc>
              <a:buFont typeface="Arial"/>
              <a:buChar char="•"/>
            </a:pPr>
            <a:r>
              <a:rPr lang="en-US" sz="3999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DESARROLLO</a:t>
            </a:r>
          </a:p>
          <a:p>
            <a:pPr algn="l" marL="863455" indent="-431728" lvl="1">
              <a:lnSpc>
                <a:spcPts val="5599"/>
              </a:lnSpc>
              <a:buFont typeface="Arial"/>
              <a:buChar char="•"/>
            </a:pPr>
            <a:r>
              <a:rPr lang="en-US" sz="3999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LINEAS FUTURAS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5769929" y="4319618"/>
            <a:ext cx="1340442" cy="1647763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rcRect l="0" t="0" r="0" b="0"/>
          <a:stretch>
            <a:fillRect/>
          </a:stretch>
        </p:blipFill>
        <p:spPr>
          <a:xfrm flipH="false" flipV="false" rot="0">
            <a:off x="8198645" y="7254114"/>
            <a:ext cx="1889757" cy="22440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6955" y="4959233"/>
            <a:ext cx="1709912" cy="4559764"/>
          </a:xfrm>
          <a:custGeom>
            <a:avLst/>
            <a:gdLst/>
            <a:ahLst/>
            <a:cxnLst/>
            <a:rect r="r" b="b" t="t" l="l"/>
            <a:pathLst>
              <a:path h="4559764" w="1709912">
                <a:moveTo>
                  <a:pt x="0" y="0"/>
                </a:moveTo>
                <a:lnTo>
                  <a:pt x="1709912" y="0"/>
                </a:lnTo>
                <a:lnTo>
                  <a:pt x="1709912" y="4559765"/>
                </a:lnTo>
                <a:lnTo>
                  <a:pt x="0" y="45597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87008" y="4959233"/>
            <a:ext cx="1709912" cy="4559764"/>
          </a:xfrm>
          <a:custGeom>
            <a:avLst/>
            <a:gdLst/>
            <a:ahLst/>
            <a:cxnLst/>
            <a:rect r="r" b="b" t="t" l="l"/>
            <a:pathLst>
              <a:path h="4559764" w="1709912">
                <a:moveTo>
                  <a:pt x="0" y="0"/>
                </a:moveTo>
                <a:lnTo>
                  <a:pt x="1709912" y="0"/>
                </a:lnTo>
                <a:lnTo>
                  <a:pt x="1709912" y="4559765"/>
                </a:lnTo>
                <a:lnTo>
                  <a:pt x="0" y="45597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17805" y="818270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022813" y="4959233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334540" y="640416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555370" y="3470934"/>
            <a:ext cx="951586" cy="332190"/>
          </a:xfrm>
          <a:custGeom>
            <a:avLst/>
            <a:gdLst/>
            <a:ahLst/>
            <a:cxnLst/>
            <a:rect r="r" b="b" t="t" l="l"/>
            <a:pathLst>
              <a:path h="332190" w="951586">
                <a:moveTo>
                  <a:pt x="0" y="0"/>
                </a:moveTo>
                <a:lnTo>
                  <a:pt x="951585" y="0"/>
                </a:lnTo>
                <a:lnTo>
                  <a:pt x="951585" y="332190"/>
                </a:lnTo>
                <a:lnTo>
                  <a:pt x="0" y="3321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true" flipV="false" rot="0">
            <a:off x="7832716" y="644363"/>
            <a:ext cx="1952021" cy="347815"/>
          </a:xfrm>
          <a:custGeom>
            <a:avLst/>
            <a:gdLst/>
            <a:ahLst/>
            <a:cxnLst/>
            <a:rect r="r" b="b" t="t" l="l"/>
            <a:pathLst>
              <a:path h="347815" w="1952021">
                <a:moveTo>
                  <a:pt x="1952021" y="0"/>
                </a:moveTo>
                <a:lnTo>
                  <a:pt x="0" y="0"/>
                </a:lnTo>
                <a:lnTo>
                  <a:pt x="0" y="347815"/>
                </a:lnTo>
                <a:lnTo>
                  <a:pt x="1952021" y="347815"/>
                </a:lnTo>
                <a:lnTo>
                  <a:pt x="195202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6859108" y="6647063"/>
            <a:ext cx="4569784" cy="2553703"/>
          </a:xfrm>
          <a:custGeom>
            <a:avLst/>
            <a:gdLst/>
            <a:ahLst/>
            <a:cxnLst/>
            <a:rect r="r" b="b" t="t" l="l"/>
            <a:pathLst>
              <a:path h="2553703" w="4569784">
                <a:moveTo>
                  <a:pt x="0" y="0"/>
                </a:moveTo>
                <a:lnTo>
                  <a:pt x="4569784" y="0"/>
                </a:lnTo>
                <a:lnTo>
                  <a:pt x="4569784" y="2553703"/>
                </a:lnTo>
                <a:lnTo>
                  <a:pt x="0" y="25537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3872252" y="6899442"/>
            <a:ext cx="1633198" cy="2301324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3216867" y="6721291"/>
            <a:ext cx="2810055" cy="2810055"/>
          </a:xfrm>
          <a:custGeom>
            <a:avLst/>
            <a:gdLst/>
            <a:ahLst/>
            <a:cxnLst/>
            <a:rect r="r" b="b" t="t" l="l"/>
            <a:pathLst>
              <a:path h="2810055" w="2810055">
                <a:moveTo>
                  <a:pt x="0" y="0"/>
                </a:moveTo>
                <a:lnTo>
                  <a:pt x="2810055" y="0"/>
                </a:lnTo>
                <a:lnTo>
                  <a:pt x="2810055" y="2810055"/>
                </a:lnTo>
                <a:lnTo>
                  <a:pt x="0" y="28100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866604" y="979576"/>
            <a:ext cx="10554791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HISTORIA DEL JUEGO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39194" y="1964439"/>
            <a:ext cx="9409611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LA HISTORIA DE ESTE JUEGO VA A TRATAR DE TONYC INTENTANDO SALVAR A SU COMPAÑERO TILES DE LAS MANOS DEL DOCTOR EGGMAN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25654" y="3858076"/>
            <a:ext cx="8636692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 ESTA AVENTURA DEBERA SUPERAR DIVERSOS OBSTACULOS QUE HAY EN EL MAPA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CONSIGUIENTO TODAS LAS MONEDAS PARA CONSEGUIR LA LLAVE QUE ABRIRA LA JAULA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185" y="5587300"/>
            <a:ext cx="1989556" cy="3880340"/>
          </a:xfrm>
          <a:custGeom>
            <a:avLst/>
            <a:gdLst/>
            <a:ahLst/>
            <a:cxnLst/>
            <a:rect r="r" b="b" t="t" l="l"/>
            <a:pathLst>
              <a:path h="3880340" w="1989556">
                <a:moveTo>
                  <a:pt x="0" y="0"/>
                </a:moveTo>
                <a:lnTo>
                  <a:pt x="1989556" y="0"/>
                </a:lnTo>
                <a:lnTo>
                  <a:pt x="1989556" y="3880340"/>
                </a:lnTo>
                <a:lnTo>
                  <a:pt x="0" y="388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15858" y="5587300"/>
            <a:ext cx="1989556" cy="3880340"/>
          </a:xfrm>
          <a:custGeom>
            <a:avLst/>
            <a:gdLst/>
            <a:ahLst/>
            <a:cxnLst/>
            <a:rect r="r" b="b" t="t" l="l"/>
            <a:pathLst>
              <a:path h="3880340" w="1989556">
                <a:moveTo>
                  <a:pt x="0" y="0"/>
                </a:moveTo>
                <a:lnTo>
                  <a:pt x="1989556" y="0"/>
                </a:lnTo>
                <a:lnTo>
                  <a:pt x="1989556" y="3880340"/>
                </a:lnTo>
                <a:lnTo>
                  <a:pt x="0" y="388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57901" y="5587300"/>
            <a:ext cx="1989556" cy="3880340"/>
          </a:xfrm>
          <a:custGeom>
            <a:avLst/>
            <a:gdLst/>
            <a:ahLst/>
            <a:cxnLst/>
            <a:rect r="r" b="b" t="t" l="l"/>
            <a:pathLst>
              <a:path h="3880340" w="1989556">
                <a:moveTo>
                  <a:pt x="0" y="0"/>
                </a:moveTo>
                <a:lnTo>
                  <a:pt x="1989556" y="0"/>
                </a:lnTo>
                <a:lnTo>
                  <a:pt x="1989556" y="3880340"/>
                </a:lnTo>
                <a:lnTo>
                  <a:pt x="0" y="388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99944" y="5587300"/>
            <a:ext cx="1989556" cy="3880340"/>
          </a:xfrm>
          <a:custGeom>
            <a:avLst/>
            <a:gdLst/>
            <a:ahLst/>
            <a:cxnLst/>
            <a:rect r="r" b="b" t="t" l="l"/>
            <a:pathLst>
              <a:path h="3880340" w="1989556">
                <a:moveTo>
                  <a:pt x="0" y="0"/>
                </a:moveTo>
                <a:lnTo>
                  <a:pt x="1989556" y="0"/>
                </a:lnTo>
                <a:lnTo>
                  <a:pt x="1989556" y="3880340"/>
                </a:lnTo>
                <a:lnTo>
                  <a:pt x="0" y="388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96431" y="2033056"/>
            <a:ext cx="978121" cy="953298"/>
            <a:chOff x="0" y="0"/>
            <a:chExt cx="833965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3965" cy="812800"/>
            </a:xfrm>
            <a:custGeom>
              <a:avLst/>
              <a:gdLst/>
              <a:ahLst/>
              <a:cxnLst/>
              <a:rect r="r" b="b" t="t" l="l"/>
              <a:pathLst>
                <a:path h="812800" w="833965">
                  <a:moveTo>
                    <a:pt x="416982" y="0"/>
                  </a:moveTo>
                  <a:cubicBezTo>
                    <a:pt x="186689" y="0"/>
                    <a:pt x="0" y="181951"/>
                    <a:pt x="0" y="406400"/>
                  </a:cubicBezTo>
                  <a:cubicBezTo>
                    <a:pt x="0" y="630849"/>
                    <a:pt x="186689" y="812800"/>
                    <a:pt x="416982" y="812800"/>
                  </a:cubicBezTo>
                  <a:cubicBezTo>
                    <a:pt x="647276" y="812800"/>
                    <a:pt x="833965" y="630849"/>
                    <a:pt x="833965" y="406400"/>
                  </a:cubicBezTo>
                  <a:cubicBezTo>
                    <a:pt x="833965" y="181951"/>
                    <a:pt x="647276" y="0"/>
                    <a:pt x="416982" y="0"/>
                  </a:cubicBezTo>
                  <a:close/>
                </a:path>
              </a:pathLst>
            </a:custGeom>
            <a:solidFill>
              <a:srgbClr val="BC3F1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8184" y="19050"/>
              <a:ext cx="677597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96431" y="4001161"/>
            <a:ext cx="978121" cy="953298"/>
            <a:chOff x="0" y="0"/>
            <a:chExt cx="833965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3965" cy="812800"/>
            </a:xfrm>
            <a:custGeom>
              <a:avLst/>
              <a:gdLst/>
              <a:ahLst/>
              <a:cxnLst/>
              <a:rect r="r" b="b" t="t" l="l"/>
              <a:pathLst>
                <a:path h="812800" w="833965">
                  <a:moveTo>
                    <a:pt x="416982" y="0"/>
                  </a:moveTo>
                  <a:cubicBezTo>
                    <a:pt x="186689" y="0"/>
                    <a:pt x="0" y="181951"/>
                    <a:pt x="0" y="406400"/>
                  </a:cubicBezTo>
                  <a:cubicBezTo>
                    <a:pt x="0" y="630849"/>
                    <a:pt x="186689" y="812800"/>
                    <a:pt x="416982" y="812800"/>
                  </a:cubicBezTo>
                  <a:cubicBezTo>
                    <a:pt x="647276" y="812800"/>
                    <a:pt x="833965" y="630849"/>
                    <a:pt x="833965" y="406400"/>
                  </a:cubicBezTo>
                  <a:cubicBezTo>
                    <a:pt x="833965" y="181951"/>
                    <a:pt x="647276" y="0"/>
                    <a:pt x="416982" y="0"/>
                  </a:cubicBezTo>
                  <a:close/>
                </a:path>
              </a:pathLst>
            </a:custGeom>
            <a:solidFill>
              <a:srgbClr val="02931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8184" y="19050"/>
              <a:ext cx="677597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96431" y="5793054"/>
            <a:ext cx="953298" cy="95329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1B5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796431" y="7761553"/>
            <a:ext cx="978121" cy="953298"/>
            <a:chOff x="0" y="0"/>
            <a:chExt cx="833965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3965" cy="812800"/>
            </a:xfrm>
            <a:custGeom>
              <a:avLst/>
              <a:gdLst/>
              <a:ahLst/>
              <a:cxnLst/>
              <a:rect r="r" b="b" t="t" l="l"/>
              <a:pathLst>
                <a:path h="812800" w="833965">
                  <a:moveTo>
                    <a:pt x="416982" y="0"/>
                  </a:moveTo>
                  <a:cubicBezTo>
                    <a:pt x="186689" y="0"/>
                    <a:pt x="0" y="181951"/>
                    <a:pt x="0" y="406400"/>
                  </a:cubicBezTo>
                  <a:cubicBezTo>
                    <a:pt x="0" y="630849"/>
                    <a:pt x="186689" y="812800"/>
                    <a:pt x="416982" y="812800"/>
                  </a:cubicBezTo>
                  <a:cubicBezTo>
                    <a:pt x="647276" y="812800"/>
                    <a:pt x="833965" y="630849"/>
                    <a:pt x="833965" y="406400"/>
                  </a:cubicBezTo>
                  <a:cubicBezTo>
                    <a:pt x="833965" y="181951"/>
                    <a:pt x="647276" y="0"/>
                    <a:pt x="416982" y="0"/>
                  </a:cubicBezTo>
                  <a:close/>
                </a:path>
              </a:pathLst>
            </a:custGeom>
            <a:solidFill>
              <a:srgbClr val="E25A5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8184" y="28575"/>
              <a:ext cx="677597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417805" y="818270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022813" y="4959233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5334540" y="640416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555370" y="3470934"/>
            <a:ext cx="951586" cy="332190"/>
          </a:xfrm>
          <a:custGeom>
            <a:avLst/>
            <a:gdLst/>
            <a:ahLst/>
            <a:cxnLst/>
            <a:rect r="r" b="b" t="t" l="l"/>
            <a:pathLst>
              <a:path h="332190" w="951586">
                <a:moveTo>
                  <a:pt x="0" y="0"/>
                </a:moveTo>
                <a:lnTo>
                  <a:pt x="951585" y="0"/>
                </a:lnTo>
                <a:lnTo>
                  <a:pt x="951585" y="332190"/>
                </a:lnTo>
                <a:lnTo>
                  <a:pt x="0" y="3321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true" flipV="false" rot="0">
            <a:off x="7832716" y="644363"/>
            <a:ext cx="1952021" cy="347815"/>
          </a:xfrm>
          <a:custGeom>
            <a:avLst/>
            <a:gdLst/>
            <a:ahLst/>
            <a:cxnLst/>
            <a:rect r="r" b="b" t="t" l="l"/>
            <a:pathLst>
              <a:path h="347815" w="1952021">
                <a:moveTo>
                  <a:pt x="1952021" y="0"/>
                </a:moveTo>
                <a:lnTo>
                  <a:pt x="0" y="0"/>
                </a:lnTo>
                <a:lnTo>
                  <a:pt x="0" y="347815"/>
                </a:lnTo>
                <a:lnTo>
                  <a:pt x="1952021" y="347815"/>
                </a:lnTo>
                <a:lnTo>
                  <a:pt x="19520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6059030" y="4477810"/>
            <a:ext cx="1116432" cy="744288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0" y="1998132"/>
            <a:ext cx="10554791" cy="139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¿DE QUE TRATA EL JUEGO?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30977" y="2238242"/>
            <a:ext cx="509029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47977" y="4103160"/>
            <a:ext cx="433331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</a:t>
            </a:r>
            <a:r>
              <a:rPr lang="en-US" sz="2000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</a:t>
            </a:r>
            <a:r>
              <a:rPr lang="en-US" sz="2000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</a:t>
            </a:r>
            <a:r>
              <a:rPr lang="en-US" sz="2000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IMIE</a:t>
            </a:r>
            <a:r>
              <a:rPr lang="en-US" sz="2000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</a:t>
            </a:r>
            <a:r>
              <a:rPr lang="en-US" sz="2000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</a:t>
            </a:r>
            <a:r>
              <a:rPr lang="en-US" sz="2000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</a:t>
            </a:r>
            <a:r>
              <a:rPr lang="en-US" sz="2000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RAPIDO </a:t>
            </a:r>
            <a:r>
              <a:rPr lang="en-US" sz="2000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BA</a:t>
            </a:r>
            <a:r>
              <a:rPr lang="en-US" sz="2000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SADO EN INERCIA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30977" y="4206347"/>
            <a:ext cx="509029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47977" y="5718840"/>
            <a:ext cx="4164572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USO DE RAMPAS Y FISICAS DINÁMICAS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31929" y="5998239"/>
            <a:ext cx="489207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47977" y="7687340"/>
            <a:ext cx="4333315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ENEMIGOS QUE PERSIGUEN AL JUGADOR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30977" y="7966739"/>
            <a:ext cx="509029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06835" y="1782630"/>
            <a:ext cx="4333315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JUEGO DE PLATAFORMAS INSPIRADO EN SONIC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3647198" y="4477810"/>
            <a:ext cx="1116432" cy="744288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1238559" y="4477810"/>
            <a:ext cx="1116432" cy="7442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5649" y="1611241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108190" y="488388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779970" y="692742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3456561" y="1858272"/>
            <a:ext cx="11487922" cy="6947323"/>
            <a:chOff x="0" y="0"/>
            <a:chExt cx="15317229" cy="92630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803298" y="2772750"/>
              <a:ext cx="1292109" cy="451064"/>
            </a:xfrm>
            <a:custGeom>
              <a:avLst/>
              <a:gdLst/>
              <a:ahLst/>
              <a:cxnLst/>
              <a:rect r="r" b="b" t="t" l="l"/>
              <a:pathLst>
                <a:path h="451064" w="1292109">
                  <a:moveTo>
                    <a:pt x="0" y="0"/>
                  </a:moveTo>
                  <a:lnTo>
                    <a:pt x="1292110" y="0"/>
                  </a:lnTo>
                  <a:lnTo>
                    <a:pt x="1292110" y="451063"/>
                  </a:lnTo>
                  <a:lnTo>
                    <a:pt x="0" y="451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553355"/>
              <a:ext cx="15317229" cy="8709743"/>
              <a:chOff x="0" y="0"/>
              <a:chExt cx="3218057" cy="182986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218057" cy="1829864"/>
              </a:xfrm>
              <a:custGeom>
                <a:avLst/>
                <a:gdLst/>
                <a:ahLst/>
                <a:cxnLst/>
                <a:rect r="r" b="b" t="t" l="l"/>
                <a:pathLst>
                  <a:path h="1829864" w="3218057">
                    <a:moveTo>
                      <a:pt x="0" y="0"/>
                    </a:moveTo>
                    <a:lnTo>
                      <a:pt x="3218057" y="0"/>
                    </a:lnTo>
                    <a:lnTo>
                      <a:pt x="3218057" y="1829864"/>
                    </a:lnTo>
                    <a:lnTo>
                      <a:pt x="0" y="1829864"/>
                    </a:lnTo>
                    <a:close/>
                  </a:path>
                </a:pathLst>
              </a:custGeom>
              <a:solidFill>
                <a:srgbClr val="9326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3218057" cy="18774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65113" y="-47625"/>
              <a:ext cx="11698499" cy="425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sz="1880">
                  <a:solidFill>
                    <a:srgbClr val="FFFFFF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PANTALLA DE INICIO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803766" y="2495828"/>
            <a:ext cx="10680468" cy="6007763"/>
          </a:xfrm>
          <a:custGeom>
            <a:avLst/>
            <a:gdLst/>
            <a:ahLst/>
            <a:cxnLst/>
            <a:rect r="r" b="b" t="t" l="l"/>
            <a:pathLst>
              <a:path h="6007763" w="10680468">
                <a:moveTo>
                  <a:pt x="0" y="0"/>
                </a:moveTo>
                <a:lnTo>
                  <a:pt x="10680468" y="0"/>
                </a:lnTo>
                <a:lnTo>
                  <a:pt x="10680468" y="6007763"/>
                </a:lnTo>
                <a:lnTo>
                  <a:pt x="0" y="60077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333174"/>
            <a:ext cx="18288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ARTE Y DISEÑO VISUAL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35385" y="8532546"/>
            <a:ext cx="9617231" cy="1045675"/>
            <a:chOff x="0" y="0"/>
            <a:chExt cx="12822974" cy="13942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07170" cy="1394233"/>
            </a:xfrm>
            <a:custGeom>
              <a:avLst/>
              <a:gdLst/>
              <a:ahLst/>
              <a:cxnLst/>
              <a:rect r="r" b="b" t="t" l="l"/>
              <a:pathLst>
                <a:path h="1394233" w="3007170">
                  <a:moveTo>
                    <a:pt x="0" y="0"/>
                  </a:moveTo>
                  <a:lnTo>
                    <a:pt x="3007170" y="0"/>
                  </a:lnTo>
                  <a:lnTo>
                    <a:pt x="3007170" y="1394233"/>
                  </a:lnTo>
                  <a:lnTo>
                    <a:pt x="0" y="1394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271935" y="0"/>
              <a:ext cx="3007170" cy="1394233"/>
            </a:xfrm>
            <a:custGeom>
              <a:avLst/>
              <a:gdLst/>
              <a:ahLst/>
              <a:cxnLst/>
              <a:rect r="r" b="b" t="t" l="l"/>
              <a:pathLst>
                <a:path h="1394233" w="3007170">
                  <a:moveTo>
                    <a:pt x="0" y="0"/>
                  </a:moveTo>
                  <a:lnTo>
                    <a:pt x="3007170" y="0"/>
                  </a:lnTo>
                  <a:lnTo>
                    <a:pt x="3007170" y="1394233"/>
                  </a:lnTo>
                  <a:lnTo>
                    <a:pt x="0" y="1394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543869" y="0"/>
              <a:ext cx="3007170" cy="1394233"/>
            </a:xfrm>
            <a:custGeom>
              <a:avLst/>
              <a:gdLst/>
              <a:ahLst/>
              <a:cxnLst/>
              <a:rect r="r" b="b" t="t" l="l"/>
              <a:pathLst>
                <a:path h="1394233" w="3007170">
                  <a:moveTo>
                    <a:pt x="0" y="0"/>
                  </a:moveTo>
                  <a:lnTo>
                    <a:pt x="3007171" y="0"/>
                  </a:lnTo>
                  <a:lnTo>
                    <a:pt x="3007171" y="1394233"/>
                  </a:lnTo>
                  <a:lnTo>
                    <a:pt x="0" y="1394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815804" y="0"/>
              <a:ext cx="3007170" cy="1394233"/>
            </a:xfrm>
            <a:custGeom>
              <a:avLst/>
              <a:gdLst/>
              <a:ahLst/>
              <a:cxnLst/>
              <a:rect r="r" b="b" t="t" l="l"/>
              <a:pathLst>
                <a:path h="1394233" w="3007170">
                  <a:moveTo>
                    <a:pt x="0" y="0"/>
                  </a:moveTo>
                  <a:lnTo>
                    <a:pt x="3007170" y="0"/>
                  </a:lnTo>
                  <a:lnTo>
                    <a:pt x="3007170" y="1394233"/>
                  </a:lnTo>
                  <a:lnTo>
                    <a:pt x="0" y="1394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66890" y="7587065"/>
            <a:ext cx="729142" cy="1822856"/>
          </a:xfrm>
          <a:custGeom>
            <a:avLst/>
            <a:gdLst/>
            <a:ahLst/>
            <a:cxnLst/>
            <a:rect r="r" b="b" t="t" l="l"/>
            <a:pathLst>
              <a:path h="1822856" w="729142">
                <a:moveTo>
                  <a:pt x="0" y="0"/>
                </a:moveTo>
                <a:lnTo>
                  <a:pt x="729143" y="0"/>
                </a:lnTo>
                <a:lnTo>
                  <a:pt x="729143" y="1822856"/>
                </a:lnTo>
                <a:lnTo>
                  <a:pt x="0" y="18228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334540" y="640416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744033" y="3463371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625185" y="5542933"/>
            <a:ext cx="969082" cy="338298"/>
          </a:xfrm>
          <a:custGeom>
            <a:avLst/>
            <a:gdLst/>
            <a:ahLst/>
            <a:cxnLst/>
            <a:rect r="r" b="b" t="t" l="l"/>
            <a:pathLst>
              <a:path h="338298" w="969082">
                <a:moveTo>
                  <a:pt x="0" y="0"/>
                </a:moveTo>
                <a:lnTo>
                  <a:pt x="969082" y="0"/>
                </a:lnTo>
                <a:lnTo>
                  <a:pt x="969082" y="338298"/>
                </a:lnTo>
                <a:lnTo>
                  <a:pt x="0" y="3382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2386897" y="471267"/>
            <a:ext cx="969082" cy="338298"/>
          </a:xfrm>
          <a:custGeom>
            <a:avLst/>
            <a:gdLst/>
            <a:ahLst/>
            <a:cxnLst/>
            <a:rect r="r" b="b" t="t" l="l"/>
            <a:pathLst>
              <a:path h="338298" w="969082">
                <a:moveTo>
                  <a:pt x="0" y="0"/>
                </a:moveTo>
                <a:lnTo>
                  <a:pt x="969082" y="0"/>
                </a:lnTo>
                <a:lnTo>
                  <a:pt x="969082" y="338298"/>
                </a:lnTo>
                <a:lnTo>
                  <a:pt x="0" y="3382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1256538" y="3878387"/>
            <a:ext cx="2901559" cy="29015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9326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21546" y="3878387"/>
            <a:ext cx="2901559" cy="290155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9326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60458" y="3878387"/>
            <a:ext cx="2901559" cy="290155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9326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29902" y="3878387"/>
            <a:ext cx="2901559" cy="290155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9326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1340442" y="3933517"/>
            <a:ext cx="2726070" cy="2795969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1"/>
          <a:srcRect l="0" t="0" r="0" b="0"/>
          <a:stretch>
            <a:fillRect/>
          </a:stretch>
        </p:blipFill>
        <p:spPr>
          <a:xfrm flipH="false" flipV="false" rot="0">
            <a:off x="5674579" y="4533004"/>
            <a:ext cx="2395493" cy="1596996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4367071" y="3878387"/>
            <a:ext cx="2360395" cy="2901559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3"/>
          <a:srcRect l="0" t="0" r="0" b="0"/>
          <a:stretch>
            <a:fillRect/>
          </a:stretch>
        </p:blipFill>
        <p:spPr>
          <a:xfrm flipH="false" flipV="false" rot="0">
            <a:off x="9960458" y="4186944"/>
            <a:ext cx="2901559" cy="2099813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0" y="1969557"/>
            <a:ext cx="182880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ARTE Y DISEÑO VISUAL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0221" y="3459429"/>
            <a:ext cx="4074194" cy="33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88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SONIC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835229" y="3459429"/>
            <a:ext cx="4074194" cy="33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88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MOSQUITO_EGGMAN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74141" y="3459429"/>
            <a:ext cx="4074194" cy="33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88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DOCTOR_EGGMAN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43585" y="3459429"/>
            <a:ext cx="4074194" cy="33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88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MONEDA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891967" y="7587065"/>
            <a:ext cx="729142" cy="1822856"/>
          </a:xfrm>
          <a:custGeom>
            <a:avLst/>
            <a:gdLst/>
            <a:ahLst/>
            <a:cxnLst/>
            <a:rect r="r" b="b" t="t" l="l"/>
            <a:pathLst>
              <a:path h="1822856" w="729142">
                <a:moveTo>
                  <a:pt x="0" y="0"/>
                </a:moveTo>
                <a:lnTo>
                  <a:pt x="729143" y="0"/>
                </a:lnTo>
                <a:lnTo>
                  <a:pt x="729143" y="1822856"/>
                </a:lnTo>
                <a:lnTo>
                  <a:pt x="0" y="18228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34540" y="640416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744033" y="3463371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386897" y="471267"/>
            <a:ext cx="969082" cy="338298"/>
          </a:xfrm>
          <a:custGeom>
            <a:avLst/>
            <a:gdLst/>
            <a:ahLst/>
            <a:cxnLst/>
            <a:rect r="r" b="b" t="t" l="l"/>
            <a:pathLst>
              <a:path h="338298" w="969082">
                <a:moveTo>
                  <a:pt x="0" y="0"/>
                </a:moveTo>
                <a:lnTo>
                  <a:pt x="969082" y="0"/>
                </a:lnTo>
                <a:lnTo>
                  <a:pt x="969082" y="338298"/>
                </a:lnTo>
                <a:lnTo>
                  <a:pt x="0" y="338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092530" y="5353529"/>
            <a:ext cx="2325828" cy="1936835"/>
            <a:chOff x="0" y="0"/>
            <a:chExt cx="651523" cy="5425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523" cy="542556"/>
            </a:xfrm>
            <a:custGeom>
              <a:avLst/>
              <a:gdLst/>
              <a:ahLst/>
              <a:cxnLst/>
              <a:rect r="r" b="b" t="t" l="l"/>
              <a:pathLst>
                <a:path h="542556" w="651523">
                  <a:moveTo>
                    <a:pt x="0" y="0"/>
                  </a:moveTo>
                  <a:lnTo>
                    <a:pt x="651523" y="0"/>
                  </a:lnTo>
                  <a:lnTo>
                    <a:pt x="651523" y="542556"/>
                  </a:lnTo>
                  <a:lnTo>
                    <a:pt x="0" y="542556"/>
                  </a:lnTo>
                  <a:close/>
                </a:path>
              </a:pathLst>
            </a:custGeom>
            <a:solidFill>
              <a:srgbClr val="9326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51523" cy="59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13765" y="5623896"/>
            <a:ext cx="1483357" cy="1396101"/>
          </a:xfrm>
          <a:custGeom>
            <a:avLst/>
            <a:gdLst/>
            <a:ahLst/>
            <a:cxnLst/>
            <a:rect r="r" b="b" t="t" l="l"/>
            <a:pathLst>
              <a:path h="1396101" w="1483357">
                <a:moveTo>
                  <a:pt x="0" y="0"/>
                </a:moveTo>
                <a:lnTo>
                  <a:pt x="1483358" y="0"/>
                </a:lnTo>
                <a:lnTo>
                  <a:pt x="1483358" y="1396101"/>
                </a:lnTo>
                <a:lnTo>
                  <a:pt x="0" y="13961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435393" y="3760257"/>
            <a:ext cx="8773874" cy="4708362"/>
            <a:chOff x="0" y="0"/>
            <a:chExt cx="11698499" cy="62778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938186" y="2772750"/>
              <a:ext cx="1292109" cy="451064"/>
            </a:xfrm>
            <a:custGeom>
              <a:avLst/>
              <a:gdLst/>
              <a:ahLst/>
              <a:cxnLst/>
              <a:rect r="r" b="b" t="t" l="l"/>
              <a:pathLst>
                <a:path h="451064" w="1292109">
                  <a:moveTo>
                    <a:pt x="0" y="0"/>
                  </a:moveTo>
                  <a:lnTo>
                    <a:pt x="1292109" y="0"/>
                  </a:lnTo>
                  <a:lnTo>
                    <a:pt x="1292109" y="451063"/>
                  </a:lnTo>
                  <a:lnTo>
                    <a:pt x="0" y="451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14" id="14"/>
            <p:cNvGrpSpPr/>
            <p:nvPr/>
          </p:nvGrpSpPr>
          <p:grpSpPr>
            <a:xfrm rot="0">
              <a:off x="0" y="553355"/>
              <a:ext cx="11698499" cy="5724461"/>
              <a:chOff x="0" y="0"/>
              <a:chExt cx="2457784" cy="120267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457784" cy="1202675"/>
              </a:xfrm>
              <a:custGeom>
                <a:avLst/>
                <a:gdLst/>
                <a:ahLst/>
                <a:cxnLst/>
                <a:rect r="r" b="b" t="t" l="l"/>
                <a:pathLst>
                  <a:path h="1202675" w="2457784">
                    <a:moveTo>
                      <a:pt x="0" y="0"/>
                    </a:moveTo>
                    <a:lnTo>
                      <a:pt x="2457784" y="0"/>
                    </a:lnTo>
                    <a:lnTo>
                      <a:pt x="2457784" y="1202675"/>
                    </a:lnTo>
                    <a:lnTo>
                      <a:pt x="0" y="1202675"/>
                    </a:lnTo>
                    <a:close/>
                  </a:path>
                </a:pathLst>
              </a:custGeom>
              <a:solidFill>
                <a:srgbClr val="9326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2457784" cy="1250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286511" y="798489"/>
              <a:ext cx="11012467" cy="5076313"/>
            </a:xfrm>
            <a:custGeom>
              <a:avLst/>
              <a:gdLst/>
              <a:ahLst/>
              <a:cxnLst/>
              <a:rect r="r" b="b" t="t" l="l"/>
              <a:pathLst>
                <a:path h="5076313" w="11012467">
                  <a:moveTo>
                    <a:pt x="0" y="0"/>
                  </a:moveTo>
                  <a:lnTo>
                    <a:pt x="11012467" y="0"/>
                  </a:lnTo>
                  <a:lnTo>
                    <a:pt x="11012467" y="5076313"/>
                  </a:lnTo>
                  <a:lnTo>
                    <a:pt x="0" y="5076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511" t="0" r="-6511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86511" y="798489"/>
              <a:ext cx="11012467" cy="5076313"/>
            </a:xfrm>
            <a:custGeom>
              <a:avLst/>
              <a:gdLst/>
              <a:ahLst/>
              <a:cxnLst/>
              <a:rect r="r" b="b" t="t" l="l"/>
              <a:pathLst>
                <a:path h="5076313" w="11012467">
                  <a:moveTo>
                    <a:pt x="0" y="0"/>
                  </a:moveTo>
                  <a:lnTo>
                    <a:pt x="11012467" y="0"/>
                  </a:lnTo>
                  <a:lnTo>
                    <a:pt x="11012467" y="5076313"/>
                  </a:lnTo>
                  <a:lnTo>
                    <a:pt x="0" y="5076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838" t="0" r="-686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3076615" y="-47625"/>
              <a:ext cx="5432259" cy="425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sz="1880">
                  <a:solidFill>
                    <a:srgbClr val="FFFFFF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FONDO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066516" y="4892087"/>
            <a:ext cx="3222789" cy="2945916"/>
            <a:chOff x="0" y="0"/>
            <a:chExt cx="902784" cy="8252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2784" cy="825225"/>
            </a:xfrm>
            <a:custGeom>
              <a:avLst/>
              <a:gdLst/>
              <a:ahLst/>
              <a:cxnLst/>
              <a:rect r="r" b="b" t="t" l="l"/>
              <a:pathLst>
                <a:path h="825225" w="902784">
                  <a:moveTo>
                    <a:pt x="0" y="0"/>
                  </a:moveTo>
                  <a:lnTo>
                    <a:pt x="902784" y="0"/>
                  </a:lnTo>
                  <a:lnTo>
                    <a:pt x="902784" y="825225"/>
                  </a:lnTo>
                  <a:lnTo>
                    <a:pt x="0" y="825225"/>
                  </a:lnTo>
                  <a:close/>
                </a:path>
              </a:pathLst>
            </a:custGeom>
            <a:solidFill>
              <a:srgbClr val="9326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02784" cy="872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14706713" y="4996540"/>
            <a:ext cx="1942395" cy="2737011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0" y="1969557"/>
            <a:ext cx="182880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ARTE Y DISEÑO VISUAL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8347" y="4890888"/>
            <a:ext cx="4074194" cy="33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88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PINCHOS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40813" y="4343248"/>
            <a:ext cx="4074194" cy="33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2"/>
              </a:lnSpc>
              <a:spcBef>
                <a:spcPct val="0"/>
              </a:spcBef>
            </a:pPr>
            <a:r>
              <a:rPr lang="en-US" sz="188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TILES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5649" y="1611241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108190" y="488388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779970" y="692742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2571050" y="1858272"/>
            <a:ext cx="13145900" cy="6947323"/>
            <a:chOff x="0" y="0"/>
            <a:chExt cx="17527866" cy="92630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983980" y="2772750"/>
              <a:ext cx="1292109" cy="451064"/>
            </a:xfrm>
            <a:custGeom>
              <a:avLst/>
              <a:gdLst/>
              <a:ahLst/>
              <a:cxnLst/>
              <a:rect r="r" b="b" t="t" l="l"/>
              <a:pathLst>
                <a:path h="451064" w="1292109">
                  <a:moveTo>
                    <a:pt x="0" y="0"/>
                  </a:moveTo>
                  <a:lnTo>
                    <a:pt x="1292109" y="0"/>
                  </a:lnTo>
                  <a:lnTo>
                    <a:pt x="1292109" y="451063"/>
                  </a:lnTo>
                  <a:lnTo>
                    <a:pt x="0" y="451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553355"/>
              <a:ext cx="17527866" cy="8709743"/>
              <a:chOff x="0" y="0"/>
              <a:chExt cx="3682498" cy="182986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682498" cy="1829864"/>
              </a:xfrm>
              <a:custGeom>
                <a:avLst/>
                <a:gdLst/>
                <a:ahLst/>
                <a:cxnLst/>
                <a:rect r="r" b="b" t="t" l="l"/>
                <a:pathLst>
                  <a:path h="1829864" w="3682498">
                    <a:moveTo>
                      <a:pt x="0" y="0"/>
                    </a:moveTo>
                    <a:lnTo>
                      <a:pt x="3682498" y="0"/>
                    </a:lnTo>
                    <a:lnTo>
                      <a:pt x="3682498" y="1829864"/>
                    </a:lnTo>
                    <a:lnTo>
                      <a:pt x="0" y="1829864"/>
                    </a:lnTo>
                    <a:close/>
                  </a:path>
                </a:pathLst>
              </a:custGeom>
              <a:solidFill>
                <a:srgbClr val="9326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3682498" cy="18774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045794" y="-47625"/>
              <a:ext cx="11698499" cy="425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sz="1880">
                  <a:solidFill>
                    <a:srgbClr val="FFFFFF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SISTEMA DE RODAR (BOLA)</a:t>
              </a:r>
            </a:p>
          </p:txBody>
        </p:sp>
      </p:grpSp>
      <p:pic>
        <p:nvPicPr>
          <p:cNvPr name="Picture 14" id="14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27296" r="0" b="11588"/>
          <a:stretch>
            <a:fillRect/>
          </a:stretch>
        </p:blipFill>
        <p:spPr>
          <a:xfrm flipH="false" flipV="false" rot="0">
            <a:off x="2901669" y="2495828"/>
            <a:ext cx="12484661" cy="5929319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5172356" y="333174"/>
            <a:ext cx="805513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DESARROLLO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rcRect l="0" t="0" r="0" b="0"/>
          <a:stretch>
            <a:fillRect/>
          </a:stretch>
        </p:blipFill>
        <p:spPr>
          <a:xfrm flipH="false" flipV="false" rot="0">
            <a:off x="16290506" y="7622931"/>
            <a:ext cx="1635369" cy="16353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5649" y="1611241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108190" y="488388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779970" y="692742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826726" y="1611241"/>
            <a:ext cx="16746391" cy="7522191"/>
            <a:chOff x="0" y="0"/>
            <a:chExt cx="22328521" cy="100295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323795" y="2772750"/>
              <a:ext cx="1292109" cy="451064"/>
            </a:xfrm>
            <a:custGeom>
              <a:avLst/>
              <a:gdLst/>
              <a:ahLst/>
              <a:cxnLst/>
              <a:rect r="r" b="b" t="t" l="l"/>
              <a:pathLst>
                <a:path h="451064" w="1292109">
                  <a:moveTo>
                    <a:pt x="0" y="0"/>
                  </a:moveTo>
                  <a:lnTo>
                    <a:pt x="1292109" y="0"/>
                  </a:lnTo>
                  <a:lnTo>
                    <a:pt x="1292109" y="451063"/>
                  </a:lnTo>
                  <a:lnTo>
                    <a:pt x="0" y="451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553355"/>
              <a:ext cx="22328521" cy="9476234"/>
              <a:chOff x="0" y="0"/>
              <a:chExt cx="4691087" cy="199089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691087" cy="1990899"/>
              </a:xfrm>
              <a:custGeom>
                <a:avLst/>
                <a:gdLst/>
                <a:ahLst/>
                <a:cxnLst/>
                <a:rect r="r" b="b" t="t" l="l"/>
                <a:pathLst>
                  <a:path h="1990899" w="4691087">
                    <a:moveTo>
                      <a:pt x="0" y="0"/>
                    </a:moveTo>
                    <a:lnTo>
                      <a:pt x="4691087" y="0"/>
                    </a:lnTo>
                    <a:lnTo>
                      <a:pt x="4691087" y="1990899"/>
                    </a:lnTo>
                    <a:lnTo>
                      <a:pt x="0" y="1990899"/>
                    </a:lnTo>
                    <a:close/>
                  </a:path>
                </a:pathLst>
              </a:custGeom>
              <a:solidFill>
                <a:srgbClr val="9326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4691087" cy="20385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385609" y="-47625"/>
              <a:ext cx="11698499" cy="425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sz="1880">
                  <a:solidFill>
                    <a:srgbClr val="FFFFFF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ENEMIGOS QUE PERSIGUEN AL JUGADOR</a:t>
              </a:r>
            </a:p>
          </p:txBody>
        </p:sp>
      </p:grpSp>
      <p:pic>
        <p:nvPicPr>
          <p:cNvPr name="Picture 14" id="14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20244" r="0" b="6877"/>
          <a:stretch>
            <a:fillRect/>
          </a:stretch>
        </p:blipFill>
        <p:spPr>
          <a:xfrm flipH="false" flipV="false" rot="0">
            <a:off x="1028700" y="2352953"/>
            <a:ext cx="16230600" cy="6557553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5172356" y="333174"/>
            <a:ext cx="805513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DESARROLLO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0400969" y="5143500"/>
            <a:ext cx="6971593" cy="4149104"/>
            <a:chOff x="0" y="0"/>
            <a:chExt cx="1952919" cy="11622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2919" cy="1162269"/>
            </a:xfrm>
            <a:custGeom>
              <a:avLst/>
              <a:gdLst/>
              <a:ahLst/>
              <a:cxnLst/>
              <a:rect r="r" b="b" t="t" l="l"/>
              <a:pathLst>
                <a:path h="1162269" w="1952919">
                  <a:moveTo>
                    <a:pt x="0" y="0"/>
                  </a:moveTo>
                  <a:lnTo>
                    <a:pt x="1952919" y="0"/>
                  </a:lnTo>
                  <a:lnTo>
                    <a:pt x="1952919" y="1162269"/>
                  </a:lnTo>
                  <a:lnTo>
                    <a:pt x="0" y="1162269"/>
                  </a:lnTo>
                  <a:close/>
                </a:path>
              </a:pathLst>
            </a:custGeom>
            <a:solidFill>
              <a:srgbClr val="9326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52919" cy="1209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593614" y="5365654"/>
            <a:ext cx="6586303" cy="3704795"/>
          </a:xfrm>
          <a:custGeom>
            <a:avLst/>
            <a:gdLst/>
            <a:ahLst/>
            <a:cxnLst/>
            <a:rect r="r" b="b" t="t" l="l"/>
            <a:pathLst>
              <a:path h="3704795" w="6586303">
                <a:moveTo>
                  <a:pt x="0" y="0"/>
                </a:moveTo>
                <a:lnTo>
                  <a:pt x="6586303" y="0"/>
                </a:lnTo>
                <a:lnTo>
                  <a:pt x="6586303" y="3704796"/>
                </a:lnTo>
                <a:lnTo>
                  <a:pt x="0" y="37047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424124" y="2234358"/>
            <a:ext cx="3128098" cy="2321560"/>
            <a:chOff x="0" y="0"/>
            <a:chExt cx="876259" cy="6503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6259" cy="650328"/>
            </a:xfrm>
            <a:custGeom>
              <a:avLst/>
              <a:gdLst/>
              <a:ahLst/>
              <a:cxnLst/>
              <a:rect r="r" b="b" t="t" l="l"/>
              <a:pathLst>
                <a:path h="650328" w="876259">
                  <a:moveTo>
                    <a:pt x="0" y="0"/>
                  </a:moveTo>
                  <a:lnTo>
                    <a:pt x="876259" y="0"/>
                  </a:lnTo>
                  <a:lnTo>
                    <a:pt x="876259" y="650328"/>
                  </a:lnTo>
                  <a:lnTo>
                    <a:pt x="0" y="650328"/>
                  </a:lnTo>
                  <a:close/>
                </a:path>
              </a:pathLst>
            </a:custGeom>
            <a:solidFill>
              <a:srgbClr val="9326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76259" cy="697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12938487" y="2450421"/>
            <a:ext cx="2099373" cy="1889435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3482142" y="537528"/>
            <a:ext cx="1132371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LINEAS FUTURAS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8944" y="2502963"/>
            <a:ext cx="9770477" cy="1736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IMPLEMENTACION DE LA CARGA DE LA RUEDA</a:t>
            </a:r>
          </a:p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MANTENIENDO EL BOTON DE AGACHAR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8944" y="6764027"/>
            <a:ext cx="999302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IMPLEMENTACION DE LA PANTALLA DE MUERTE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1306000" y="2094923"/>
            <a:ext cx="4296098" cy="3667203"/>
            <a:chOff x="0" y="0"/>
            <a:chExt cx="5728131" cy="488960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728131" cy="4889604"/>
              <a:chOff x="0" y="0"/>
              <a:chExt cx="1203445" cy="10272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03445" cy="1027276"/>
              </a:xfrm>
              <a:custGeom>
                <a:avLst/>
                <a:gdLst/>
                <a:ahLst/>
                <a:cxnLst/>
                <a:rect r="r" b="b" t="t" l="l"/>
                <a:pathLst>
                  <a:path h="1027276" w="1203445">
                    <a:moveTo>
                      <a:pt x="0" y="0"/>
                    </a:moveTo>
                    <a:lnTo>
                      <a:pt x="1203445" y="0"/>
                    </a:lnTo>
                    <a:lnTo>
                      <a:pt x="1203445" y="1027276"/>
                    </a:lnTo>
                    <a:lnTo>
                      <a:pt x="0" y="1027276"/>
                    </a:lnTo>
                    <a:close/>
                  </a:path>
                </a:pathLst>
              </a:custGeom>
              <a:solidFill>
                <a:srgbClr val="9326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203445" cy="10749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695508" y="173006"/>
              <a:ext cx="4543593" cy="4543593"/>
            </a:xfrm>
            <a:custGeom>
              <a:avLst/>
              <a:gdLst/>
              <a:ahLst/>
              <a:cxnLst/>
              <a:rect r="r" b="b" t="t" l="l"/>
              <a:pathLst>
                <a:path h="4543593" w="4543593">
                  <a:moveTo>
                    <a:pt x="0" y="0"/>
                  </a:moveTo>
                  <a:lnTo>
                    <a:pt x="4543593" y="0"/>
                  </a:lnTo>
                  <a:lnTo>
                    <a:pt x="4543593" y="4543593"/>
                  </a:lnTo>
                  <a:lnTo>
                    <a:pt x="0" y="4543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188742" y="5936949"/>
            <a:ext cx="4296098" cy="3667203"/>
            <a:chOff x="0" y="0"/>
            <a:chExt cx="1203445" cy="10272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3445" cy="1027276"/>
            </a:xfrm>
            <a:custGeom>
              <a:avLst/>
              <a:gdLst/>
              <a:ahLst/>
              <a:cxnLst/>
              <a:rect r="r" b="b" t="t" l="l"/>
              <a:pathLst>
                <a:path h="1027276" w="1203445">
                  <a:moveTo>
                    <a:pt x="0" y="0"/>
                  </a:moveTo>
                  <a:lnTo>
                    <a:pt x="1203445" y="0"/>
                  </a:lnTo>
                  <a:lnTo>
                    <a:pt x="1203445" y="1027276"/>
                  </a:lnTo>
                  <a:lnTo>
                    <a:pt x="0" y="1027276"/>
                  </a:lnTo>
                  <a:close/>
                </a:path>
              </a:pathLst>
            </a:custGeom>
            <a:solidFill>
              <a:srgbClr val="9326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03445" cy="1074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12258752" y="6285485"/>
            <a:ext cx="2390594" cy="2970131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482142" y="537528"/>
            <a:ext cx="1132371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LINEAS FUTURAS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27627" y="3563255"/>
            <a:ext cx="671754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COMO POR EJEMPLO IMPLEMENTACION DE LOOPINGS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50879" y="2570013"/>
            <a:ext cx="747104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IMPLEMENTACION DE MAS MAPAS O MEJORA DE MAPA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50879" y="7316525"/>
            <a:ext cx="747104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IMPLEMENTACION DE MAS ENEMIGOS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0600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0" y="0"/>
                </a:moveTo>
                <a:lnTo>
                  <a:pt x="1863345" y="0"/>
                </a:lnTo>
                <a:lnTo>
                  <a:pt x="1863345" y="863915"/>
                </a:lnTo>
                <a:lnTo>
                  <a:pt x="0" y="86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854055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1863345" y="0"/>
                </a:moveTo>
                <a:lnTo>
                  <a:pt x="0" y="0"/>
                </a:lnTo>
                <a:lnTo>
                  <a:pt x="0" y="863915"/>
                </a:lnTo>
                <a:lnTo>
                  <a:pt x="1863345" y="863915"/>
                </a:lnTo>
                <a:lnTo>
                  <a:pt x="18633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0907" y="4760149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true" flipV="false" rot="0">
            <a:off x="14899307" y="4760149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-1190212" y="764718"/>
            <a:ext cx="4669492" cy="832019"/>
          </a:xfrm>
          <a:custGeom>
            <a:avLst/>
            <a:gdLst/>
            <a:ahLst/>
            <a:cxnLst/>
            <a:rect r="r" b="b" t="t" l="l"/>
            <a:pathLst>
              <a:path h="832019" w="4669492">
                <a:moveTo>
                  <a:pt x="0" y="0"/>
                </a:moveTo>
                <a:lnTo>
                  <a:pt x="4669491" y="0"/>
                </a:lnTo>
                <a:lnTo>
                  <a:pt x="4669491" y="832018"/>
                </a:lnTo>
                <a:lnTo>
                  <a:pt x="0" y="8320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0">
            <a:off x="14808721" y="764718"/>
            <a:ext cx="4669492" cy="832019"/>
          </a:xfrm>
          <a:custGeom>
            <a:avLst/>
            <a:gdLst/>
            <a:ahLst/>
            <a:cxnLst/>
            <a:rect r="r" b="b" t="t" l="l"/>
            <a:pathLst>
              <a:path h="832019" w="4669492">
                <a:moveTo>
                  <a:pt x="4669491" y="0"/>
                </a:moveTo>
                <a:lnTo>
                  <a:pt x="0" y="0"/>
                </a:lnTo>
                <a:lnTo>
                  <a:pt x="0" y="832018"/>
                </a:lnTo>
                <a:lnTo>
                  <a:pt x="4669491" y="832018"/>
                </a:lnTo>
                <a:lnTo>
                  <a:pt x="466949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true" flipV="false" rot="0">
            <a:off x="14755885" y="5829504"/>
            <a:ext cx="3368530" cy="3668696"/>
          </a:xfrm>
          <a:custGeom>
            <a:avLst/>
            <a:gdLst/>
            <a:ahLst/>
            <a:cxnLst/>
            <a:rect r="r" b="b" t="t" l="l"/>
            <a:pathLst>
              <a:path h="3668696" w="3368530">
                <a:moveTo>
                  <a:pt x="3368530" y="0"/>
                </a:moveTo>
                <a:lnTo>
                  <a:pt x="0" y="0"/>
                </a:lnTo>
                <a:lnTo>
                  <a:pt x="0" y="3668696"/>
                </a:lnTo>
                <a:lnTo>
                  <a:pt x="3368530" y="3668696"/>
                </a:lnTo>
                <a:lnTo>
                  <a:pt x="336853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3585" y="5829504"/>
            <a:ext cx="3368530" cy="3668696"/>
          </a:xfrm>
          <a:custGeom>
            <a:avLst/>
            <a:gdLst/>
            <a:ahLst/>
            <a:cxnLst/>
            <a:rect r="r" b="b" t="t" l="l"/>
            <a:pathLst>
              <a:path h="3668696" w="3368530">
                <a:moveTo>
                  <a:pt x="0" y="0"/>
                </a:moveTo>
                <a:lnTo>
                  <a:pt x="3368530" y="0"/>
                </a:lnTo>
                <a:lnTo>
                  <a:pt x="3368530" y="3668696"/>
                </a:lnTo>
                <a:lnTo>
                  <a:pt x="0" y="3668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8367864" y="5584001"/>
            <a:ext cx="1552272" cy="238015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347912" y="2068430"/>
            <a:ext cx="13592175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5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DAHCPANyXE0</dc:identifier>
  <dcterms:modified xsi:type="dcterms:W3CDTF">2011-08-01T06:04:30Z</dcterms:modified>
  <cp:revision>1</cp:revision>
  <dc:title>Purple Green Pixel Illustration Game Presentation</dc:title>
</cp:coreProperties>
</file>